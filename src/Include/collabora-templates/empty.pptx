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83000"/>
              </a:lnSpc>
              <a:buNone/>
              <a:defRPr sz="4400" b="0" u="none" strike="noStrike">
                <a:effectLst/>
                <a:uFillTx/>
                <a:latin typeface="Calibri"/>
              </a:defRPr>
            </a:lvl1pPr>
          </a:lstStyle>
          <a:p>
            <a:pPr indent="0" algn="ctr">
              <a:lnSpc>
                <a:spcPct val="83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83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sz="3200" b="0" u="none" strike="noStrike">
                <a:effectLst/>
                <a:uFillTx/>
                <a:latin typeface="Calibri"/>
              </a:defRPr>
            </a:lvl1pPr>
            <a:lvl2pPr lvl="1" algn="l">
              <a:lnSpc>
                <a:spcPct val="83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sz="2800" b="0" u="none" strike="noStrike">
                <a:effectLst/>
                <a:uFillTx/>
                <a:latin typeface="Calibri"/>
              </a:defRPr>
            </a:lvl2pPr>
            <a:lvl3pPr lvl="2" algn="l">
              <a:lnSpc>
                <a:spcPct val="83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sz="2400" b="0" u="none" strike="noStrike">
                <a:effectLst/>
                <a:uFillTx/>
                <a:latin typeface="Calibri"/>
              </a:defRPr>
            </a:lvl3pPr>
            <a:lvl4pPr lvl="3" algn="l">
              <a:lnSpc>
                <a:spcPct val="83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sz="2000" b="0" u="none" strike="noStrike">
                <a:effectLst/>
                <a:uFillTx/>
                <a:latin typeface="Calibri"/>
              </a:defRPr>
            </a:lvl4pPr>
            <a:lvl5pPr lvl="4" algn="l">
              <a:lnSpc>
                <a:spcPct val="83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sz="2000" b="0" u="none" strike="noStrike">
                <a:effectLst/>
                <a:uFillTx/>
                <a:latin typeface="Calibri"/>
              </a:defRPr>
            </a:lvl5pPr>
            <a:lvl6pPr lvl="5" algn="l">
              <a:lnSpc>
                <a:spcPct val="83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sz="2000" b="0" u="none" strike="noStrike">
                <a:effectLst/>
                <a:uFillTx/>
                <a:latin typeface="Calibri"/>
              </a:defRPr>
            </a:lvl6pPr>
            <a:lvl7pPr lvl="6" algn="l">
              <a:lnSpc>
                <a:spcPct val="83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sz="2000" b="0" u="none" strike="noStrike"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83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864000" lvl="1" indent="-324000" algn="l">
              <a:lnSpc>
                <a:spcPct val="83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lnSpc>
                <a:spcPct val="83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lnSpc>
                <a:spcPct val="83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lnSpc>
                <a:spcPct val="83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lnSpc>
                <a:spcPct val="83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lnSpc>
                <a:spcPct val="83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83000"/>
              </a:lnSpc>
              <a:buNone/>
              <a:defRPr sz="1400" b="0" u="none" strike="noStrike"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83000"/>
              </a:lnSpc>
              <a:buNone/>
            </a:pPr>
            <a:fld id="{432395B8-395F-4F70-9FAA-4133AFAF15D6}" type="datetime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&lt;date/time&gt;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83000"/>
              </a:lnSpc>
              <a:buNone/>
              <a:defRPr sz="1400" b="0" u="none" strike="noStrike">
                <a:effectLst/>
                <a:uFillTx/>
                <a:latin typeface="Calibri"/>
              </a:defRPr>
            </a:lvl1pPr>
          </a:lstStyle>
          <a:p>
            <a:pPr indent="0" algn="ctr">
              <a:lnSpc>
                <a:spcPct val="83000"/>
              </a:lnSpc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83000"/>
              </a:lnSpc>
              <a:buNone/>
              <a:defRPr sz="1400" b="0" u="none" strike="noStrike"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83000"/>
              </a:lnSpc>
              <a:buNone/>
            </a:pPr>
            <a:fld id="{54B5AD14-6AD9-44B2-A79E-3C973F09E262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83000"/>
              </a:lnSpc>
              <a:buNone/>
              <a:defRPr sz="4400" b="0" u="none" strike="noStrike">
                <a:effectLst/>
                <a:uFillTx/>
                <a:latin typeface="Calibri"/>
              </a:defRPr>
            </a:lvl1pPr>
          </a:lstStyle>
          <a:p>
            <a:pPr indent="0" algn="ctr">
              <a:lnSpc>
                <a:spcPct val="83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83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sz="3200" b="0" u="none" strike="noStrike">
                <a:effectLst/>
                <a:uFillTx/>
                <a:latin typeface="Calibri"/>
              </a:defRPr>
            </a:lvl1pPr>
            <a:lvl2pPr lvl="1" algn="l">
              <a:lnSpc>
                <a:spcPct val="83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sz="2800" b="0" u="none" strike="noStrike">
                <a:effectLst/>
                <a:uFillTx/>
                <a:latin typeface="Calibri"/>
              </a:defRPr>
            </a:lvl2pPr>
            <a:lvl3pPr lvl="2" algn="l">
              <a:lnSpc>
                <a:spcPct val="83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sz="2400" b="0" u="none" strike="noStrike">
                <a:effectLst/>
                <a:uFillTx/>
                <a:latin typeface="Calibri"/>
              </a:defRPr>
            </a:lvl3pPr>
            <a:lvl4pPr lvl="3" algn="l">
              <a:lnSpc>
                <a:spcPct val="83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sz="2000" b="0" u="none" strike="noStrike">
                <a:effectLst/>
                <a:uFillTx/>
                <a:latin typeface="Calibri"/>
              </a:defRPr>
            </a:lvl4pPr>
            <a:lvl5pPr lvl="4" algn="l">
              <a:lnSpc>
                <a:spcPct val="83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sz="2000" b="0" u="none" strike="noStrike">
                <a:effectLst/>
                <a:uFillTx/>
                <a:latin typeface="Calibri"/>
              </a:defRPr>
            </a:lvl5pPr>
            <a:lvl6pPr lvl="5" algn="l">
              <a:lnSpc>
                <a:spcPct val="83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sz="2000" b="0" u="none" strike="noStrike">
                <a:effectLst/>
                <a:uFillTx/>
                <a:latin typeface="Calibri"/>
              </a:defRPr>
            </a:lvl6pPr>
            <a:lvl7pPr lvl="6" algn="l">
              <a:lnSpc>
                <a:spcPct val="83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sz="2000" b="0" u="none" strike="noStrike"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83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864000" lvl="1" indent="-324000" algn="l">
              <a:lnSpc>
                <a:spcPct val="83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lnSpc>
                <a:spcPct val="83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lnSpc>
                <a:spcPct val="83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lnSpc>
                <a:spcPct val="83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lnSpc>
                <a:spcPct val="83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lnSpc>
                <a:spcPct val="83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83000"/>
              </a:lnSpc>
              <a:buNone/>
              <a:defRPr sz="1400" b="0" u="none" strike="noStrike"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83000"/>
              </a:lnSpc>
              <a:buNone/>
            </a:pPr>
            <a:fld id="{82A7EE3D-A68F-488D-8605-A05C7A456333}" type="datetime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&lt;date/time&gt;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83000"/>
              </a:lnSpc>
              <a:buNone/>
              <a:defRPr sz="1400" b="0" u="none" strike="noStrike">
                <a:effectLst/>
                <a:uFillTx/>
                <a:latin typeface="Calibri"/>
              </a:defRPr>
            </a:lvl1pPr>
          </a:lstStyle>
          <a:p>
            <a:pPr indent="0" algn="ctr">
              <a:lnSpc>
                <a:spcPct val="83000"/>
              </a:lnSpc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83000"/>
              </a:lnSpc>
              <a:buNone/>
              <a:defRPr sz="1400" b="0" u="none" strike="noStrike"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83000"/>
              </a:lnSpc>
              <a:buNone/>
            </a:pPr>
            <a:fld id="{2F310D48-9428-42E0-BABE-98ADC8C53943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xStyles>
    <p:titleStyle>
      <a:lvl1pPr>
        <a:defRPr lang="en-US" sz="4400" b="0" u="none" strike="noStrike">
          <a:solidFill>
            <a:srgbClr val="000000"/>
          </a:solidFill>
          <a:uFillTx/>
          <a:latin typeface="Calibri"/>
        </a:defRPr>
      </a:lvl1pPr>
    </p:titleStyle>
    <p:bodyStyle>
      <a:lvl1pPr>
        <a:defRPr lang="en-US" sz="3200" b="0" u="none" strike="noStrike">
          <a:solidFill>
            <a:srgbClr val="000000"/>
          </a:solidFill>
          <a:uFillTx/>
          <a:latin typeface="Calibri"/>
        </a:defRPr>
      </a:lvl1pPr>
      <a:lvl2pPr>
        <a:defRPr lang="en-US" sz="2800" b="0" u="none" strike="noStrike">
          <a:solidFill>
            <a:srgbClr val="000000"/>
          </a:solidFill>
          <a:uFillTx/>
          <a:latin typeface="Calibri"/>
        </a:defRPr>
      </a:lvl2pPr>
      <a:lvl3pPr>
        <a:defRPr lang="en-US" sz="2400" b="0" u="none" strike="noStrike">
          <a:solidFill>
            <a:srgbClr val="000000"/>
          </a:solidFill>
          <a:uFillTx/>
          <a:latin typeface="Calibri"/>
        </a:defRPr>
      </a:lvl3pPr>
      <a:lvl4pPr>
        <a:defRPr lang="en-US" sz="2000" b="0" u="none" strike="noStrike">
          <a:solidFill>
            <a:srgbClr val="000000"/>
          </a:solidFill>
          <a:uFillTx/>
          <a:latin typeface="Calibri"/>
        </a:defRPr>
      </a:lvl4pPr>
      <a:lvl5pPr>
        <a:defRPr lang="en-US" sz="2000" b="0" u="none" strike="noStrike">
          <a:solidFill>
            <a:srgbClr val="000000"/>
          </a:solidFill>
          <a:uFillTx/>
          <a:latin typeface="Calibri"/>
        </a:defRPr>
      </a:lvl5pPr>
      <a:lvl6pPr>
        <a:defRPr lang="en-US" sz="2000" b="0" u="none" strike="noStrike">
          <a:solidFill>
            <a:srgbClr val="000000"/>
          </a:solidFill>
          <a:uFillTx/>
          <a:latin typeface="Calibri"/>
        </a:defRPr>
      </a:lvl6pPr>
      <a:lvl7pPr>
        <a:defRPr lang="en-US" sz="2000" b="0" u="none" strike="noStrike">
          <a:solidFill>
            <a:srgbClr val="000000"/>
          </a:solidFill>
          <a:uFillTx/>
          <a:latin typeface="Calibri"/>
        </a:defRPr>
      </a:lvl7pPr>
      <a:lvl8pPr>
        <a:defRPr lang="en-US" sz="2000" b="0" u="none" strike="noStrike">
          <a:solidFill>
            <a:srgbClr val="000000"/>
          </a:solidFill>
          <a:uFillTx/>
          <a:latin typeface="Calibri"/>
        </a:defRPr>
      </a:lvl8pPr>
      <a:lvl9pPr>
        <a:defRPr lang="en-US" sz="2000" b="0" u="none" strike="noStrike">
          <a:solidFill>
            <a:srgbClr val="000000"/>
          </a:solidFill>
          <a:uFillTx/>
          <a:latin typeface="Calibri"/>
        </a:defRPr>
      </a:lvl9pPr>
    </p:bodyStyle>
  </p:txStyles>
  <p:extLst>
    <p:ext uri="urn:com:collaboraoffice:names:experimental:ooxml:xmlns:coext:1.0">
      <coext:pageGuid xmlns:coext="urn:com:collaboraoffice:names:experimental:ooxml:xmlns:coext:1.0" val="{437EB5FB-84B0-457D-9DFD-B3AD099BE9A2}"/>
    </p:ext>
  </p:ext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extLst>
    <p:ext uri="urn:com:collaboraoffice:names:experimental:ooxml:xmlns:coext:1.0">
      <coext:pageGuid xmlns:coext="urn:com:collaboraoffice:names:experimental:ooxml:xmlns:coext:1.0" val="{649CEF02-03FA-483F-832E-31DF04FC6459}"/>
    </p:ext>
  </p:extLs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Classic">
      <a:dk1>
        <a:srgbClr val="000000"/>
      </a:dk1>
      <a:lt1>
        <a:srgbClr val="FFFFFF"/>
      </a:lt1>
      <a:dk2>
        <a:srgbClr val="2E2706"/>
      </a:dk2>
      <a:lt2>
        <a:srgbClr val="EEEEEE"/>
      </a:lt2>
      <a:accent1>
        <a:srgbClr val="3465A4"/>
      </a:accent1>
      <a:accent2>
        <a:srgbClr val="168253"/>
      </a:accent2>
      <a:accent3>
        <a:srgbClr val="D62E4E"/>
      </a:accent3>
      <a:accent4>
        <a:srgbClr val="729FCF"/>
      </a:accent4>
      <a:accent5>
        <a:srgbClr val="5EB91E"/>
      </a:accent5>
      <a:accent6>
        <a:srgbClr val="EA7500"/>
      </a:accent6>
      <a:hlink>
        <a:srgbClr val="0060FF"/>
      </a:hlink>
      <a:folHlink>
        <a:srgbClr val="8020D9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Collabora_Office/26.04.5.1$Linux_AARCH64 LibreOffice_project/6040$Build-1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